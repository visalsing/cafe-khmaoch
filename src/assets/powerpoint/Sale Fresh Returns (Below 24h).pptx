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!Khmer OS Siemreap" panose="02000500000000020004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" b="-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21366" y="521214"/>
            <a:ext cx="1775126" cy="1963844"/>
          </a:xfrm>
          <a:custGeom>
            <a:avLst/>
            <a:gdLst/>
            <a:ahLst/>
            <a:cxnLst/>
            <a:rect l="l" t="t" r="r" b="b"/>
            <a:pathLst>
              <a:path w="1775126" h="1963844">
                <a:moveTo>
                  <a:pt x="0" y="0"/>
                </a:moveTo>
                <a:lnTo>
                  <a:pt x="1775126" y="0"/>
                </a:lnTo>
                <a:lnTo>
                  <a:pt x="1775126" y="1963844"/>
                </a:lnTo>
                <a:lnTo>
                  <a:pt x="0" y="196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4117912"/>
            <a:ext cx="16230600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2"/>
              </a:lnSpc>
              <a:spcBef>
                <a:spcPct val="0"/>
              </a:spcBef>
            </a:pPr>
            <a:r>
              <a:rPr lang="en-US" sz="8059" dirty="0">
                <a:solidFill>
                  <a:srgbClr val="FFFFFF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Sale Fresh Returns (ក្រោម២៤ម៉ោង)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Fresh Sales Return (ករណីក្រោម២៤ម៉ោង)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Delivery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ជ្រើសរើសយកអតិថិជនបិទតូប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= Fresh Sale Return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2452" y="595616"/>
            <a:ext cx="16883096" cy="9095768"/>
          </a:xfrm>
          <a:custGeom>
            <a:avLst/>
            <a:gdLst/>
            <a:ahLst/>
            <a:cxnLst/>
            <a:rect l="l" t="t" r="r" b="b"/>
            <a:pathLst>
              <a:path w="16883096" h="9095768">
                <a:moveTo>
                  <a:pt x="0" y="0"/>
                </a:moveTo>
                <a:lnTo>
                  <a:pt x="16883096" y="0"/>
                </a:lnTo>
                <a:lnTo>
                  <a:pt x="16883096" y="9095768"/>
                </a:lnTo>
                <a:lnTo>
                  <a:pt x="0" y="9095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311" y="524012"/>
            <a:ext cx="14738147" cy="9238976"/>
          </a:xfrm>
          <a:custGeom>
            <a:avLst/>
            <a:gdLst/>
            <a:ahLst/>
            <a:cxnLst/>
            <a:rect l="l" t="t" r="r" b="b"/>
            <a:pathLst>
              <a:path w="14738147" h="9238976">
                <a:moveTo>
                  <a:pt x="0" y="0"/>
                </a:moveTo>
                <a:lnTo>
                  <a:pt x="14738147" y="0"/>
                </a:lnTo>
                <a:lnTo>
                  <a:pt x="14738147" y="9238976"/>
                </a:lnTo>
                <a:lnTo>
                  <a:pt x="0" y="923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377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Fresh Sales Return (ករណីក្រោម២៤ម៉ោង)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នៅពេលដែលធ្វើ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Fresh Sales Return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បានជោគជ័យ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នោះ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stock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ទាំងអស់នឹងចូលទៅក្នុង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Picker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ដើម្បីឲ្យ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Check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Approve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នៅពេលដែល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picker approved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រួចរាល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វានឹងចូលទៅក្នុង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Warehouse Manager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ដើម្បីឲ្យ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approve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ម្ដងទៀតចប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់។​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5851" y="1253444"/>
            <a:ext cx="16938154" cy="7780964"/>
          </a:xfrm>
          <a:custGeom>
            <a:avLst/>
            <a:gdLst/>
            <a:ahLst/>
            <a:cxnLst/>
            <a:rect l="l" t="t" r="r" b="b"/>
            <a:pathLst>
              <a:path w="16938154" h="7780964">
                <a:moveTo>
                  <a:pt x="0" y="0"/>
                </a:moveTo>
                <a:lnTo>
                  <a:pt x="16938154" y="0"/>
                </a:lnTo>
                <a:lnTo>
                  <a:pt x="16938154" y="7780964"/>
                </a:lnTo>
                <a:lnTo>
                  <a:pt x="0" y="7780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3389" y="764624"/>
            <a:ext cx="16746242" cy="8760378"/>
          </a:xfrm>
          <a:custGeom>
            <a:avLst/>
            <a:gdLst/>
            <a:ahLst/>
            <a:cxnLst/>
            <a:rect l="l" t="t" r="r" b="b"/>
            <a:pathLst>
              <a:path w="16746242" h="8760378">
                <a:moveTo>
                  <a:pt x="0" y="0"/>
                </a:moveTo>
                <a:lnTo>
                  <a:pt x="16746243" y="0"/>
                </a:lnTo>
                <a:lnTo>
                  <a:pt x="16746243" y="8760378"/>
                </a:lnTo>
                <a:lnTo>
                  <a:pt x="0" y="876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5391" y="616526"/>
            <a:ext cx="15137217" cy="9053948"/>
          </a:xfrm>
          <a:custGeom>
            <a:avLst/>
            <a:gdLst/>
            <a:ahLst/>
            <a:cxnLst/>
            <a:rect l="l" t="t" r="r" b="b"/>
            <a:pathLst>
              <a:path w="15137217" h="9053948">
                <a:moveTo>
                  <a:pt x="0" y="0"/>
                </a:moveTo>
                <a:lnTo>
                  <a:pt x="15137218" y="0"/>
                </a:lnTo>
                <a:lnTo>
                  <a:pt x="15137218" y="9053948"/>
                </a:lnTo>
                <a:lnTo>
                  <a:pt x="0" y="90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536323" y="6632502"/>
            <a:ext cx="6426718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អូសឆ្វេង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ដើម្បីកែបរិមាណ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បើមិនយកតាមគ្រប់បរិមាណកំណត់របស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់​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SKUណាមូយ</a:t>
            </a:r>
            <a:endParaRPr lang="en-US" sz="264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 dirty="0" err="1">
                <a:solidFill>
                  <a:srgbClr val="FF3131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ពណ៌ក្រហម</a:t>
            </a:r>
            <a:r>
              <a:rPr lang="en-US" sz="2640" dirty="0">
                <a:solidFill>
                  <a:srgbClr val="FF3131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បង្ហាញថាមានភាពខុសគ្នារវាងបរិមាណជាក់ស្ដែង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និងបរិមាណដែលបានណែនាំ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សូមប្រើក្តារចុច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(keypad)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ដើម្បីបញ្ចូលបរិមាណពិតជាក់ស្ដែង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264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ដែលបានទទួល</a:t>
            </a:r>
            <a:r>
              <a:rPr lang="en-US" sz="264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584" y="601476"/>
            <a:ext cx="16610832" cy="9084049"/>
          </a:xfrm>
          <a:custGeom>
            <a:avLst/>
            <a:gdLst/>
            <a:ahLst/>
            <a:cxnLst/>
            <a:rect l="l" t="t" r="r" b="b"/>
            <a:pathLst>
              <a:path w="16610832" h="9084049">
                <a:moveTo>
                  <a:pt x="0" y="0"/>
                </a:moveTo>
                <a:lnTo>
                  <a:pt x="16610832" y="0"/>
                </a:lnTo>
                <a:lnTo>
                  <a:pt x="16610832" y="9084048"/>
                </a:lnTo>
                <a:lnTo>
                  <a:pt x="0" y="908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8927" y="1294945"/>
            <a:ext cx="16710146" cy="7697111"/>
          </a:xfrm>
          <a:custGeom>
            <a:avLst/>
            <a:gdLst/>
            <a:ahLst/>
            <a:cxnLst/>
            <a:rect l="l" t="t" r="r" b="b"/>
            <a:pathLst>
              <a:path w="16710146" h="7697111">
                <a:moveTo>
                  <a:pt x="0" y="0"/>
                </a:moveTo>
                <a:lnTo>
                  <a:pt x="16710146" y="0"/>
                </a:lnTo>
                <a:lnTo>
                  <a:pt x="16710146" y="7697110"/>
                </a:lnTo>
                <a:lnTo>
                  <a:pt x="0" y="7697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09076"/>
            <a:ext cx="16230600" cy="9068848"/>
          </a:xfrm>
          <a:custGeom>
            <a:avLst/>
            <a:gdLst/>
            <a:ahLst/>
            <a:cxnLst/>
            <a:rect l="l" t="t" r="r" b="b"/>
            <a:pathLst>
              <a:path w="16230600" h="9068848">
                <a:moveTo>
                  <a:pt x="0" y="0"/>
                </a:moveTo>
                <a:lnTo>
                  <a:pt x="16230600" y="0"/>
                </a:lnTo>
                <a:lnTo>
                  <a:pt x="16230600" y="9068848"/>
                </a:lnTo>
                <a:lnTo>
                  <a:pt x="0" y="9068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Fresh Sales Return (ករណីក្រោម២៤ម៉ោង)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Decode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ធ្វើការ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search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ពាក្យថា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«Fresh Sales Return»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Select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លើ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PJP Number →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ថ្ងៃចាប់ផ្ដើមដឹកនិងបញ្ចប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់​ (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បញ្ជាក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 Fresh Sale Return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ធ្វើឡើងបានបន្ទាប់ពី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Delivery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បញ្ចប់ថ្ងៃដឹកក្នុង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រួចរាល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់)។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បន្ទាប់ពី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Select PJP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Date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រួចរាល់ហើយសូមចុច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filter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ដើម្បីស្វែងរក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Invoice Number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ដែលត្រូវធ្វើ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Fresh Sales Return។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នៅពេលដែលរក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invoice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ដែលធ្វើ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Fresh Sale Return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ឃើញហើយ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ចុចលើ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invoice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មួយនោះសិនមុនពេល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save។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បន្ទាប់មកចុចចូលទៅពាក្យ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Detail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វានឹងបង្ហាញ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SKU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ទាំងអស់នៅក្នុង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invoice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មួយហ្នឹងដែលយើងអាចជ្រើសរើស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Return SKU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មួយចំនួន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ឬជ្រើសរើសយក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Return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ទាំងអស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367" y="1182609"/>
            <a:ext cx="17221265" cy="7921782"/>
          </a:xfrm>
          <a:custGeom>
            <a:avLst/>
            <a:gdLst/>
            <a:ahLst/>
            <a:cxnLst/>
            <a:rect l="l" t="t" r="r" b="b"/>
            <a:pathLst>
              <a:path w="17221265" h="7921782">
                <a:moveTo>
                  <a:pt x="0" y="0"/>
                </a:moveTo>
                <a:lnTo>
                  <a:pt x="17221266" y="0"/>
                </a:lnTo>
                <a:lnTo>
                  <a:pt x="17221266" y="7921782"/>
                </a:lnTo>
                <a:lnTo>
                  <a:pt x="0" y="792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387" y="1204537"/>
            <a:ext cx="17149226" cy="7877926"/>
          </a:xfrm>
          <a:custGeom>
            <a:avLst/>
            <a:gdLst/>
            <a:ahLst/>
            <a:cxnLst/>
            <a:rect l="l" t="t" r="r" b="b"/>
            <a:pathLst>
              <a:path w="17149226" h="7877926">
                <a:moveTo>
                  <a:pt x="0" y="0"/>
                </a:moveTo>
                <a:lnTo>
                  <a:pt x="17149226" y="0"/>
                </a:lnTo>
                <a:lnTo>
                  <a:pt x="17149226" y="7877926"/>
                </a:lnTo>
                <a:lnTo>
                  <a:pt x="0" y="7877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134127"/>
            <a:ext cx="13084230" cy="6018746"/>
          </a:xfrm>
          <a:custGeom>
            <a:avLst/>
            <a:gdLst/>
            <a:ahLst/>
            <a:cxnLst/>
            <a:rect l="l" t="t" r="r" b="b"/>
            <a:pathLst>
              <a:path w="13084230" h="6018746">
                <a:moveTo>
                  <a:pt x="0" y="0"/>
                </a:moveTo>
                <a:lnTo>
                  <a:pt x="13084230" y="0"/>
                </a:lnTo>
                <a:lnTo>
                  <a:pt x="13084230" y="6018746"/>
                </a:lnTo>
                <a:lnTo>
                  <a:pt x="0" y="601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6060" y="440124"/>
            <a:ext cx="17316863" cy="9372752"/>
          </a:xfrm>
          <a:custGeom>
            <a:avLst/>
            <a:gdLst/>
            <a:ahLst/>
            <a:cxnLst/>
            <a:rect l="l" t="t" r="r" b="b"/>
            <a:pathLst>
              <a:path w="17316863" h="9372752">
                <a:moveTo>
                  <a:pt x="0" y="0"/>
                </a:moveTo>
                <a:lnTo>
                  <a:pt x="17316863" y="0"/>
                </a:lnTo>
                <a:lnTo>
                  <a:pt x="17316863" y="9372752"/>
                </a:lnTo>
                <a:lnTo>
                  <a:pt x="0" y="937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2462" y="471741"/>
            <a:ext cx="17223076" cy="9343519"/>
          </a:xfrm>
          <a:custGeom>
            <a:avLst/>
            <a:gdLst/>
            <a:ahLst/>
            <a:cxnLst/>
            <a:rect l="l" t="t" r="r" b="b"/>
            <a:pathLst>
              <a:path w="17223076" h="9343519">
                <a:moveTo>
                  <a:pt x="0" y="0"/>
                </a:moveTo>
                <a:lnTo>
                  <a:pt x="17223076" y="0"/>
                </a:lnTo>
                <a:lnTo>
                  <a:pt x="17223076" y="9343518"/>
                </a:lnTo>
                <a:lnTo>
                  <a:pt x="0" y="9343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439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Fresh Sales Return (ករណីក្រោម២៤ម៉ោង)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បន្ទាប់មកជ្រើសរើសយក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Reason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និងបន្ទាប់មកចុច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Validation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Save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បន្ទាប់មកចុច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Forward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រួចរាល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់។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755651" lvl="1" indent="-377825" algn="l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Sale Return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អាចទៅយក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stock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មកវិញបានលុះត្រាតែខាង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outlet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មាន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new order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ហើយខាង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outlet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ទទួលយកអីវ៉ាន់បានជោគជ័យ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3533" y="794576"/>
            <a:ext cx="17180934" cy="8697848"/>
          </a:xfrm>
          <a:custGeom>
            <a:avLst/>
            <a:gdLst/>
            <a:ahLst/>
            <a:cxnLst/>
            <a:rect l="l" t="t" r="r" b="b"/>
            <a:pathLst>
              <a:path w="17180934" h="8697848">
                <a:moveTo>
                  <a:pt x="0" y="0"/>
                </a:moveTo>
                <a:lnTo>
                  <a:pt x="17180934" y="0"/>
                </a:lnTo>
                <a:lnTo>
                  <a:pt x="17180934" y="8697848"/>
                </a:lnTo>
                <a:lnTo>
                  <a:pt x="0" y="8697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435" y="514315"/>
            <a:ext cx="17145130" cy="9258370"/>
          </a:xfrm>
          <a:custGeom>
            <a:avLst/>
            <a:gdLst/>
            <a:ahLst/>
            <a:cxnLst/>
            <a:rect l="l" t="t" r="r" b="b"/>
            <a:pathLst>
              <a:path w="17145130" h="9258370">
                <a:moveTo>
                  <a:pt x="0" y="0"/>
                </a:moveTo>
                <a:lnTo>
                  <a:pt x="17145130" y="0"/>
                </a:lnTo>
                <a:lnTo>
                  <a:pt x="17145130" y="9258370"/>
                </a:lnTo>
                <a:lnTo>
                  <a:pt x="0" y="9258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1546" y="974385"/>
            <a:ext cx="16844909" cy="8338230"/>
          </a:xfrm>
          <a:custGeom>
            <a:avLst/>
            <a:gdLst/>
            <a:ahLst/>
            <a:cxnLst/>
            <a:rect l="l" t="t" r="r" b="b"/>
            <a:pathLst>
              <a:path w="16844909" h="8338230">
                <a:moveTo>
                  <a:pt x="0" y="0"/>
                </a:moveTo>
                <a:lnTo>
                  <a:pt x="16844908" y="0"/>
                </a:lnTo>
                <a:lnTo>
                  <a:pt x="16844908" y="8338230"/>
                </a:lnTo>
                <a:lnTo>
                  <a:pt x="0" y="833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31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Fresh Sales Return (ករណីក្រោម២៤ម៉ោង)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Delivery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ពេលដែលចុចលើពាក្យអតិថិជនទទួលយកអីវ៉ាន់ហើយចូលទៅក្នុង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invoice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វានិងបង្ហាញពាក្យ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Pick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ដើម្បីឲ្យ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Delivery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ទទួលយកអីវ៉ាន់ដែលត្រូវធ្វើ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Return។​ 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បន្ទាប់មក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stock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នឹងចូលទៅ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Picker App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Warehouse Manager </a:t>
            </a:r>
            <a:r>
              <a:rPr lang="en-US" sz="3500" dirty="0" err="1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</a:t>
            </a:r>
            <a:r>
              <a:rPr lang="en-US" sz="35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approve។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117772"/>
            <a:ext cx="13084230" cy="6051456"/>
          </a:xfrm>
          <a:custGeom>
            <a:avLst/>
            <a:gdLst/>
            <a:ahLst/>
            <a:cxnLst/>
            <a:rect l="l" t="t" r="r" b="b"/>
            <a:pathLst>
              <a:path w="13084230" h="6051456">
                <a:moveTo>
                  <a:pt x="0" y="0"/>
                </a:moveTo>
                <a:lnTo>
                  <a:pt x="13084230" y="0"/>
                </a:lnTo>
                <a:lnTo>
                  <a:pt x="13084230" y="6051456"/>
                </a:lnTo>
                <a:lnTo>
                  <a:pt x="0" y="6051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" r="-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051237"/>
            <a:ext cx="16230600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81"/>
              </a:lnSpc>
              <a:spcBef>
                <a:spcPct val="0"/>
              </a:spcBef>
            </a:pPr>
            <a:r>
              <a:rPr lang="en-US" sz="11558" dirty="0" err="1">
                <a:solidFill>
                  <a:srgbClr val="FFFFFF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អរគុណ</a:t>
            </a:r>
            <a:r>
              <a:rPr lang="en-US" sz="11558" dirty="0">
                <a:solidFill>
                  <a:srgbClr val="FFFFFF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!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394</Words>
  <Application>Microsoft Office PowerPoint</Application>
  <PresentationFormat>Custom</PresentationFormat>
  <Paragraphs>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Arial</vt:lpstr>
      <vt:lpstr>!Khmer OS Siemreap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 Fresh Returns (Below 24h)</dc:title>
  <dc:creator>DELL</dc:creator>
  <cp:lastModifiedBy>So, Visalsing</cp:lastModifiedBy>
  <cp:revision>2</cp:revision>
  <dcterms:created xsi:type="dcterms:W3CDTF">2006-08-16T00:00:00Z</dcterms:created>
  <dcterms:modified xsi:type="dcterms:W3CDTF">2026-08-11T07:41:42Z</dcterms:modified>
  <dc:identifier>DAHRTJ-NBRE</dc:identifier>
</cp:coreProperties>
</file>