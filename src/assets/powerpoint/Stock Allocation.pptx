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" r="0" b="-8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366" y="521214"/>
            <a:ext cx="1775126" cy="1963844"/>
          </a:xfrm>
          <a:custGeom>
            <a:avLst/>
            <a:gdLst/>
            <a:ahLst/>
            <a:cxnLst/>
            <a:rect r="r" b="b" t="t" l="l"/>
            <a:pathLst>
              <a:path h="1963844" w="1775126">
                <a:moveTo>
                  <a:pt x="0" y="0"/>
                </a:moveTo>
                <a:lnTo>
                  <a:pt x="1775126" y="0"/>
                </a:lnTo>
                <a:lnTo>
                  <a:pt x="1775126" y="1963844"/>
                </a:lnTo>
                <a:lnTo>
                  <a:pt x="0" y="196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051237"/>
            <a:ext cx="16230600" cy="196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1"/>
              </a:lnSpc>
              <a:spcBef>
                <a:spcPct val="0"/>
              </a:spcBef>
            </a:pPr>
            <a:r>
              <a:rPr lang="en-US" sz="115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Stock Allocation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56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Stock Allocation Overview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Stock Allocation is where we manage sales orders based on stock availability (shortage vs. sufficient stock).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 marL="863593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 "Allocated": Shows sales orders that have sufficient stock.</a:t>
            </a:r>
          </a:p>
          <a:p>
            <a:pPr algn="l" marL="863593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 "Unallocated": Shows sales orders that have sufficient stock.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6230600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Editing Sale Order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edit a sales order, it must be set tounallocatedfirst. Afterwards, the sales order will appear under Option Order Editing.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 to edit a sales order:</a:t>
            </a:r>
          </a:p>
          <a:p>
            <a:pPr algn="l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Navigate to Stock Allocation.</a:t>
            </a:r>
          </a:p>
          <a:p>
            <a:pPr algn="l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Change the sales order status from Allocated → Unallocated.</a:t>
            </a:r>
          </a:p>
          <a:p>
            <a:pPr algn="l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Once completed, proceed to Order Editing.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3406" y="0"/>
            <a:ext cx="12821188" cy="10287000"/>
          </a:xfrm>
          <a:custGeom>
            <a:avLst/>
            <a:gdLst/>
            <a:ahLst/>
            <a:cxnLst/>
            <a:rect r="r" b="b" t="t" l="l"/>
            <a:pathLst>
              <a:path h="10287000" w="12821188">
                <a:moveTo>
                  <a:pt x="0" y="0"/>
                </a:moveTo>
                <a:lnTo>
                  <a:pt x="12821188" y="0"/>
                </a:lnTo>
                <a:lnTo>
                  <a:pt x="128211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 "Stock Allocation"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on icon "⚙️"! 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Then, click on the search bar and type "Stock Allocation" to search. 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the menu is displayed, we click on it.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2043" y="0"/>
            <a:ext cx="12883914" cy="10287000"/>
          </a:xfrm>
          <a:custGeom>
            <a:avLst/>
            <a:gdLst/>
            <a:ahLst/>
            <a:cxnLst/>
            <a:rect r="r" b="b" t="t" l="l"/>
            <a:pathLst>
              <a:path h="10287000" w="12883914">
                <a:moveTo>
                  <a:pt x="0" y="0"/>
                </a:moveTo>
                <a:lnTo>
                  <a:pt x="12883914" y="0"/>
                </a:lnTo>
                <a:lnTo>
                  <a:pt x="12883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409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0"/>
              </a:lnSpc>
              <a:spcBef>
                <a:spcPct val="0"/>
              </a:spcBef>
            </a:pPr>
            <a:r>
              <a:rPr lang="en-US" b="true" sz="39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Unallocated Tab</a:t>
            </a:r>
          </a:p>
          <a:p>
            <a:pPr algn="l">
              <a:lnSpc>
                <a:spcPts val="5470"/>
              </a:lnSpc>
              <a:spcBef>
                <a:spcPct val="0"/>
              </a:spcBef>
            </a:pPr>
            <a:r>
              <a:rPr lang="en-US" sz="39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 "Unallocated" shows the order which is shortage.</a:t>
            </a:r>
          </a:p>
          <a:p>
            <a:pPr algn="l">
              <a:lnSpc>
                <a:spcPts val="5470"/>
              </a:lnSpc>
              <a:spcBef>
                <a:spcPct val="0"/>
              </a:spcBef>
            </a:pPr>
            <a:r>
              <a:rPr lang="en-US" sz="39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want to make it allocated (Unallocated to Allocated), we need to:</a:t>
            </a:r>
          </a:p>
          <a:p>
            <a:pPr algn="l" marL="843636" indent="-421818" lvl="1">
              <a:lnSpc>
                <a:spcPts val="5470"/>
              </a:lnSpc>
              <a:buAutoNum type="arabicPeriod" startAt="1"/>
            </a:pPr>
            <a:r>
              <a:rPr lang="en-US" sz="39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one row by clicking on it (it will highlight blue).</a:t>
            </a:r>
          </a:p>
          <a:p>
            <a:pPr algn="l" marL="843636" indent="-421818" lvl="1">
              <a:lnSpc>
                <a:spcPts val="5470"/>
              </a:lnSpc>
              <a:buAutoNum type="arabicPeriod" startAt="1"/>
            </a:pPr>
            <a:r>
              <a:rPr lang="en-US" sz="39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then click on button "Allocation"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2043" y="0"/>
            <a:ext cx="12883914" cy="10287000"/>
          </a:xfrm>
          <a:custGeom>
            <a:avLst/>
            <a:gdLst/>
            <a:ahLst/>
            <a:cxnLst/>
            <a:rect r="r" b="b" t="t" l="l"/>
            <a:pathLst>
              <a:path h="10287000" w="12883914">
                <a:moveTo>
                  <a:pt x="0" y="0"/>
                </a:moveTo>
                <a:lnTo>
                  <a:pt x="12883914" y="0"/>
                </a:lnTo>
                <a:lnTo>
                  <a:pt x="12883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Allocated Tab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 "Allocated" shows the order which is enough.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we want to make it unallocated (Allocated to Unallocated), we need to: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one row by clicking on it (it will highlight blue).</a:t>
            </a:r>
          </a:p>
          <a:p>
            <a:pPr algn="l" marL="863599" indent="-431800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then click on button "Unallocation"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2043" y="0"/>
            <a:ext cx="12883914" cy="10287000"/>
          </a:xfrm>
          <a:custGeom>
            <a:avLst/>
            <a:gdLst/>
            <a:ahLst/>
            <a:cxnLst/>
            <a:rect r="r" b="b" t="t" l="l"/>
            <a:pathLst>
              <a:path h="10287000" w="12883914">
                <a:moveTo>
                  <a:pt x="0" y="0"/>
                </a:moveTo>
                <a:lnTo>
                  <a:pt x="12883914" y="0"/>
                </a:lnTo>
                <a:lnTo>
                  <a:pt x="12883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Confirm Order Reserve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it is allocated, we see it in a table of tab "Allocated".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it is unallocated, we see it in a table of tab "Unallocated".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" t="0" r="-21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51237"/>
            <a:ext cx="16230600" cy="196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81"/>
              </a:lnSpc>
              <a:spcBef>
                <a:spcPct val="0"/>
              </a:spcBef>
            </a:pPr>
            <a:r>
              <a:rPr lang="en-US" sz="115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DAHRQNSdBjM</dc:identifier>
  <dcterms:modified xsi:type="dcterms:W3CDTF">2011-08-01T06:04:30Z</dcterms:modified>
  <cp:revision>1</cp:revision>
  <dc:title>Stock Allocation</dc:title>
</cp:coreProperties>
</file>