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!Khmer OS Siemreap" panose="02000500000000020004" pitchFamily="2" charset="0"/>
      <p:regular r:id="rId14"/>
    </p:embeddedFont>
    <p:embeddedFont>
      <p:font typeface="Canva Sans" panose="020B0604020202020204" charset="0"/>
      <p:regular r:id="rId15"/>
    </p:embeddedFont>
    <p:embeddedFont>
      <p:font typeface="Canva Sans Bold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3" d="100"/>
          <a:sy n="53" d="100"/>
        </p:scale>
        <p:origin x="802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82" b="-8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521366" y="521214"/>
            <a:ext cx="1775126" cy="1963844"/>
          </a:xfrm>
          <a:custGeom>
            <a:avLst/>
            <a:gdLst/>
            <a:ahLst/>
            <a:cxnLst/>
            <a:rect l="l" t="t" r="r" b="b"/>
            <a:pathLst>
              <a:path w="1775126" h="1963844">
                <a:moveTo>
                  <a:pt x="0" y="0"/>
                </a:moveTo>
                <a:lnTo>
                  <a:pt x="1775126" y="0"/>
                </a:lnTo>
                <a:lnTo>
                  <a:pt x="1775126" y="1963844"/>
                </a:lnTo>
                <a:lnTo>
                  <a:pt x="0" y="19638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028700" y="4051237"/>
            <a:ext cx="16230600" cy="1965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81"/>
              </a:lnSpc>
              <a:spcBef>
                <a:spcPct val="0"/>
              </a:spcBef>
            </a:pPr>
            <a:r>
              <a:rPr lang="en-US" sz="11558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Stock Allocation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952500"/>
            <a:ext cx="16230600" cy="27853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000000"/>
                </a:solidFill>
                <a:latin typeface="!Khmer OS Siemreap" panose="02000500000000020004" pitchFamily="2" charset="0"/>
                <a:ea typeface="Canva Sans Bold"/>
                <a:cs typeface="!Khmer OS Siemreap" panose="02000500000000020004" pitchFamily="2" charset="0"/>
                <a:sym typeface="Canva Sans Bold"/>
              </a:rPr>
              <a:t>Stock Allocation Overview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Stock Allocation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គឺជាកន្លែងដែលយើងគ្រប់គ្រងទៅលើ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sales orders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ដោយផ្អែកលើ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stock availability (stock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ដែលមិនគ្រប់និងគ្រប់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)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។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  <a:p>
            <a:pPr marL="863593" lvl="1" indent="-431796" algn="l">
              <a:lnSpc>
                <a:spcPts val="5599"/>
              </a:lnSpc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Tab "Allocated"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៖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បង្ហាញពី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sales orders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ដែលមាន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stock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គ្រប់ចំនួន។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  <a:p>
            <a:pPr marL="863593" lvl="1" indent="-431796">
              <a:lnSpc>
                <a:spcPts val="5599"/>
              </a:lnSpc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Tab "Unallocated"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៖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បង្ហាញពី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sales orders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ដែលមាន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stock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មិនគ្រប់ចំនួន។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8D089E-53C6-AA8C-54AB-D2348BA69AA9}"/>
              </a:ext>
            </a:extLst>
          </p:cNvPr>
          <p:cNvSpPr txBox="1"/>
          <p:nvPr/>
        </p:nvSpPr>
        <p:spPr>
          <a:xfrm>
            <a:off x="1028700" y="3737878"/>
            <a:ext cx="16230600" cy="2877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5599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000000"/>
                </a:solidFill>
                <a:latin typeface="!Khmer OS Siemreap" panose="02000500000000020004" pitchFamily="2" charset="0"/>
                <a:ea typeface="Canva Sans Bold"/>
                <a:cs typeface="!Khmer OS Siemreap" panose="02000500000000020004" pitchFamily="2" charset="0"/>
                <a:sym typeface="Canva Sans Bold"/>
              </a:rPr>
              <a:t>Stock Allocation Overview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Stock Allocation is where we manage sales orders based on stock availability (shortage vs. sufficient stock).</a:t>
            </a:r>
          </a:p>
          <a:p>
            <a:pPr marL="863593" lvl="1" indent="-431796" algn="l">
              <a:lnSpc>
                <a:spcPts val="5599"/>
              </a:lnSpc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Tab "Allocated": Shows sales orders that have sufficient stock.</a:t>
            </a:r>
          </a:p>
          <a:p>
            <a:pPr marL="863593" lvl="1" indent="-431796" algn="l">
              <a:lnSpc>
                <a:spcPts val="5599"/>
              </a:lnSpc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Tab "Unallocated": Shows sales orders that have sufficient stock.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942975"/>
            <a:ext cx="16230600" cy="4221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000000"/>
                </a:solidFill>
                <a:latin typeface="!Khmer OS Siemreap" panose="02000500000000020004" pitchFamily="2" charset="0"/>
                <a:ea typeface="Canva Sans Bold"/>
                <a:cs typeface="!Khmer OS Siemreap" panose="02000500000000020004" pitchFamily="2" charset="0"/>
                <a:sym typeface="Canva Sans Bold"/>
              </a:rPr>
              <a:t>Editing Sale Order</a:t>
            </a:r>
          </a:p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ដើម្បីកែ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sales order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បាន វាត្រូវតែជា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unallocated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ជាមុនសិន។ បន្ទាប់មក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sales order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នឹងចេញមកនៅក្រោម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Option Order Editing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។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  <a:p>
            <a:pPr>
              <a:lnSpc>
                <a:spcPts val="5600"/>
              </a:lnSpc>
              <a:spcBef>
                <a:spcPct val="0"/>
              </a:spcBef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ជំហាន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edit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លើ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sales order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៖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  <a:p>
            <a:pPr marL="863601" lvl="1" indent="-431801">
              <a:lnSpc>
                <a:spcPts val="5600"/>
              </a:lnSpc>
              <a:buAutoNum type="arabicPeriod"/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ចូលទៅកាន់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Stock Allocation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។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  <a:p>
            <a:pPr marL="863601" lvl="1" indent="-431801">
              <a:lnSpc>
                <a:spcPts val="5600"/>
              </a:lnSpc>
              <a:buAutoNum type="arabicPeriod"/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ប្ដូរ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sales order status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ពី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Allocated → Unallocated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។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  <a:p>
            <a:pPr marL="863601" lvl="1" indent="-431801">
              <a:lnSpc>
                <a:spcPts val="5600"/>
              </a:lnSpc>
              <a:buAutoNum type="arabicPeriod"/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ពេលធ្វើរួច ចូលទៅកាន់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Order Editing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។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FBD284-DB0A-643A-D3A1-AB370AEC1903}"/>
              </a:ext>
            </a:extLst>
          </p:cNvPr>
          <p:cNvSpPr txBox="1"/>
          <p:nvPr/>
        </p:nvSpPr>
        <p:spPr>
          <a:xfrm>
            <a:off x="1028700" y="5143500"/>
            <a:ext cx="16230600" cy="4287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5600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000000"/>
                </a:solidFill>
                <a:latin typeface="!Khmer OS Siemreap" panose="02000500000000020004" pitchFamily="2" charset="0"/>
                <a:ea typeface="Canva Sans Bold"/>
                <a:cs typeface="!Khmer OS Siemreap" panose="02000500000000020004" pitchFamily="2" charset="0"/>
                <a:sym typeface="Canva Sans Bold"/>
              </a:rPr>
              <a:t>Editing Sale Order</a:t>
            </a:r>
          </a:p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To edit a sales order, it must be set to unallocated first. Afterwards, the sales order will appear under Option Order Editing.</a:t>
            </a:r>
          </a:p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Steps to edit a sales order:</a:t>
            </a:r>
          </a:p>
          <a:p>
            <a:pPr marL="863601" lvl="1" indent="-431801" algn="l">
              <a:lnSpc>
                <a:spcPts val="5600"/>
              </a:lnSpc>
              <a:buAutoNum type="arabicPeriod"/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Navigate to Stock Allocation.</a:t>
            </a:r>
          </a:p>
          <a:p>
            <a:pPr marL="863601" lvl="1" indent="-431801" algn="l">
              <a:lnSpc>
                <a:spcPts val="5600"/>
              </a:lnSpc>
              <a:buAutoNum type="arabicPeriod"/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Change the sales order status from Allocated → Unallocated.</a:t>
            </a:r>
          </a:p>
          <a:p>
            <a:pPr marL="863601" lvl="1" indent="-431801" algn="l">
              <a:lnSpc>
                <a:spcPts val="5600"/>
              </a:lnSpc>
              <a:buAutoNum type="arabicPeriod"/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Once completed, proceed to Order Editing.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733406" y="0"/>
            <a:ext cx="12821188" cy="10287000"/>
          </a:xfrm>
          <a:custGeom>
            <a:avLst/>
            <a:gdLst/>
            <a:ahLst/>
            <a:cxnLst/>
            <a:rect l="l" t="t" r="r" b="b"/>
            <a:pathLst>
              <a:path w="12821188" h="10287000">
                <a:moveTo>
                  <a:pt x="0" y="0"/>
                </a:moveTo>
                <a:lnTo>
                  <a:pt x="12821188" y="0"/>
                </a:lnTo>
                <a:lnTo>
                  <a:pt x="1282118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952500"/>
            <a:ext cx="16230600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599"/>
              </a:lnSpc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ស្វែងរក </a:t>
            </a:r>
            <a:r>
              <a:rPr lang="en-US" sz="2000" b="1" dirty="0">
                <a:solidFill>
                  <a:srgbClr val="000000"/>
                </a:solidFill>
                <a:latin typeface="!Khmer OS Siemreap" panose="02000500000000020004" pitchFamily="2" charset="0"/>
                <a:ea typeface="Canva Sans Bold"/>
                <a:cs typeface="!Khmer OS Siemreap" panose="02000500000000020004" pitchFamily="2" charset="0"/>
                <a:sym typeface="Canva Sans Bold"/>
              </a:rPr>
              <a:t>"Stock Allocation"</a:t>
            </a:r>
          </a:p>
          <a:p>
            <a:pPr marL="863599" lvl="1" indent="-431800">
              <a:lnSpc>
                <a:spcPts val="5599"/>
              </a:lnSpc>
              <a:spcBef>
                <a:spcPct val="0"/>
              </a:spcBef>
              <a:buFont typeface="Arial"/>
              <a:buChar char="•"/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ចុចលើ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icon "⚙️"! </a:t>
            </a:r>
          </a:p>
          <a:p>
            <a:pPr marL="863599" lvl="1" indent="-431800">
              <a:lnSpc>
                <a:spcPts val="5599"/>
              </a:lnSpc>
              <a:spcBef>
                <a:spcPct val="0"/>
              </a:spcBef>
              <a:buFont typeface="Arial"/>
              <a:buChar char="•"/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បន្ទាប់មកចុចលើ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search bar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និងវាយ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"Stock Allocation"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​។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  <a:p>
            <a:pPr marL="863599" lvl="1" indent="-431800">
              <a:lnSpc>
                <a:spcPts val="5599"/>
              </a:lnSpc>
              <a:spcBef>
                <a:spcPct val="0"/>
              </a:spcBef>
              <a:buFont typeface="Arial"/>
              <a:buChar char="•"/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នៅពេលម៉ឺនុយត្រូវបានបង្ហាញនោះពួកយើងចុចលើវា។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DED481-DCEA-3AC4-343C-3A7BCA043162}"/>
              </a:ext>
            </a:extLst>
          </p:cNvPr>
          <p:cNvSpPr txBox="1"/>
          <p:nvPr/>
        </p:nvSpPr>
        <p:spPr>
          <a:xfrm>
            <a:off x="1028700" y="3753332"/>
            <a:ext cx="16230600" cy="2851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2000" b="1" dirty="0">
                <a:solidFill>
                  <a:srgbClr val="000000"/>
                </a:solidFill>
                <a:latin typeface="Canva Sans Bold"/>
                <a:ea typeface="Canva Sans Bold"/>
                <a:cs typeface="!Khmer OS Siemreap" panose="02000500000000020004" pitchFamily="2" charset="0"/>
                <a:sym typeface="Canva Sans Bold"/>
              </a:rPr>
              <a:t>Search "Stock Allocation"</a:t>
            </a:r>
          </a:p>
          <a:p>
            <a:pPr marL="863599" lvl="1" indent="-431800" algn="l">
              <a:lnSpc>
                <a:spcPts val="5599"/>
              </a:lnSpc>
              <a:spcBef>
                <a:spcPct val="0"/>
              </a:spcBef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Canva Sans"/>
                <a:ea typeface="Canva Sans"/>
                <a:cs typeface="!Khmer OS Siemreap" panose="02000500000000020004" pitchFamily="2" charset="0"/>
                <a:sym typeface="Canva Sans"/>
              </a:rPr>
              <a:t>Click on icon "⚙️"! </a:t>
            </a:r>
          </a:p>
          <a:p>
            <a:pPr marL="863599" lvl="1" indent="-431800" algn="l">
              <a:lnSpc>
                <a:spcPts val="5599"/>
              </a:lnSpc>
              <a:spcBef>
                <a:spcPct val="0"/>
              </a:spcBef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Canva Sans"/>
                <a:ea typeface="Canva Sans"/>
                <a:cs typeface="!Khmer OS Siemreap" panose="02000500000000020004" pitchFamily="2" charset="0"/>
                <a:sym typeface="Canva Sans"/>
              </a:rPr>
              <a:t>Then, click on the search bar and type "Stock Allocation" to search. </a:t>
            </a:r>
          </a:p>
          <a:p>
            <a:pPr marL="863599" lvl="1" indent="-431800" algn="l">
              <a:lnSpc>
                <a:spcPts val="5599"/>
              </a:lnSpc>
              <a:spcBef>
                <a:spcPct val="0"/>
              </a:spcBef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Canva Sans"/>
                <a:ea typeface="Canva Sans"/>
                <a:cs typeface="!Khmer OS Siemreap" panose="02000500000000020004" pitchFamily="2" charset="0"/>
                <a:sym typeface="Canva Sans"/>
              </a:rPr>
              <a:t>When the menu is displayed, we click on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702043" y="0"/>
            <a:ext cx="12883914" cy="10287000"/>
          </a:xfrm>
          <a:custGeom>
            <a:avLst/>
            <a:gdLst/>
            <a:ahLst/>
            <a:cxnLst/>
            <a:rect l="l" t="t" r="r" b="b"/>
            <a:pathLst>
              <a:path w="12883914" h="10287000">
                <a:moveTo>
                  <a:pt x="0" y="0"/>
                </a:moveTo>
                <a:lnTo>
                  <a:pt x="12883914" y="0"/>
                </a:lnTo>
                <a:lnTo>
                  <a:pt x="12883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952500"/>
            <a:ext cx="16230600" cy="342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70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000000"/>
                </a:solidFill>
                <a:latin typeface="!Khmer OS Siemreap" panose="02000500000000020004" pitchFamily="2" charset="0"/>
                <a:ea typeface="Canva Sans Bold"/>
                <a:cs typeface="!Khmer OS Siemreap" panose="02000500000000020004" pitchFamily="2" charset="0"/>
                <a:sym typeface="Canva Sans Bold"/>
              </a:rPr>
              <a:t>Unallocated Tab</a:t>
            </a:r>
          </a:p>
          <a:p>
            <a:pPr>
              <a:lnSpc>
                <a:spcPts val="5470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Tab "Unallocated"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បង្ហាញអំពី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order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​ ណាដែលខ្វះ។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  <a:p>
            <a:pPr>
              <a:lnSpc>
                <a:spcPts val="5470"/>
              </a:lnSpc>
              <a:spcBef>
                <a:spcPct val="0"/>
              </a:spcBef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ប្រសិនបើពួកយើងចង់ធ្វើឲ្យវា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allocated (Unallocated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ទៅជា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Allocated)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ពួកយើងត្រូវ៖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  <a:p>
            <a:pPr marL="843636" lvl="1" indent="-421818">
              <a:lnSpc>
                <a:spcPts val="5470"/>
              </a:lnSpc>
              <a:buAutoNum type="arabicPeriod"/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ជ្រើសរើសជួរដេកមួយដោយចុចលើវា (វានឹងហាយលាយពណ៌ខៀវ)។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  <a:p>
            <a:pPr marL="843636" lvl="1" indent="-421818">
              <a:lnSpc>
                <a:spcPts val="5470"/>
              </a:lnSpc>
              <a:buAutoNum type="arabicPeriod"/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បន្ទាប់មកចុចលើប៊ូតុង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"Allocation"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។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C7C78AD6-B214-A4E7-0127-D423E0F31928}"/>
              </a:ext>
            </a:extLst>
          </p:cNvPr>
          <p:cNvSpPr txBox="1"/>
          <p:nvPr/>
        </p:nvSpPr>
        <p:spPr>
          <a:xfrm>
            <a:off x="1028700" y="4446849"/>
            <a:ext cx="16230600" cy="3416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470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000000"/>
                </a:solidFill>
                <a:latin typeface="!Khmer OS Siemreap" panose="02000500000000020004" pitchFamily="2" charset="0"/>
                <a:ea typeface="Canva Sans Bold"/>
                <a:cs typeface="!Khmer OS Siemreap" panose="02000500000000020004" pitchFamily="2" charset="0"/>
                <a:sym typeface="Canva Sans Bold"/>
              </a:rPr>
              <a:t>Unallocated Tab</a:t>
            </a:r>
          </a:p>
          <a:p>
            <a:pPr algn="l">
              <a:lnSpc>
                <a:spcPts val="5470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Tab "Unallocated" shows the order which is shortage.</a:t>
            </a:r>
          </a:p>
          <a:p>
            <a:pPr algn="l">
              <a:lnSpc>
                <a:spcPts val="5470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If we want to make it allocated (Unallocated to Allocated), we need to:</a:t>
            </a:r>
          </a:p>
          <a:p>
            <a:pPr marL="843636" lvl="1" indent="-421818" algn="l">
              <a:lnSpc>
                <a:spcPts val="5470"/>
              </a:lnSpc>
              <a:buAutoNum type="arabicPeriod"/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Select one row by clicking on it (it will highlight blue).</a:t>
            </a:r>
          </a:p>
          <a:p>
            <a:pPr marL="843636" lvl="1" indent="-421818" algn="l">
              <a:lnSpc>
                <a:spcPts val="5470"/>
              </a:lnSpc>
              <a:buAutoNum type="arabicPeriod"/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And then click on button "Allocation"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702043" y="0"/>
            <a:ext cx="12883914" cy="10287000"/>
          </a:xfrm>
          <a:custGeom>
            <a:avLst/>
            <a:gdLst/>
            <a:ahLst/>
            <a:cxnLst/>
            <a:rect l="l" t="t" r="r" b="b"/>
            <a:pathLst>
              <a:path w="12883914" h="10287000">
                <a:moveTo>
                  <a:pt x="0" y="0"/>
                </a:moveTo>
                <a:lnTo>
                  <a:pt x="12883914" y="0"/>
                </a:lnTo>
                <a:lnTo>
                  <a:pt x="12883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952500"/>
            <a:ext cx="16230600" cy="3488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000000"/>
                </a:solidFill>
                <a:latin typeface="!Khmer OS Siemreap" panose="02000500000000020004" pitchFamily="2" charset="0"/>
                <a:ea typeface="Canva Sans Bold"/>
                <a:cs typeface="!Khmer OS Siemreap" panose="02000500000000020004" pitchFamily="2" charset="0"/>
                <a:sym typeface="Canva Sans Bold"/>
              </a:rPr>
              <a:t>Allocated Tab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Tab "Allocated"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បង្ហាញពី​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order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ណាដែលមានចំនួនគ្រប់។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ប្រសិនបើយើងចង់ធ្វើឲ្យវា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unallocated (Allocated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ទៅជា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Unallocated)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ពួកយើងត្រូវ៖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  <a:p>
            <a:pPr marL="863599" lvl="1" indent="-431800" algn="l">
              <a:lnSpc>
                <a:spcPts val="5599"/>
              </a:lnSpc>
              <a:buAutoNum type="arabicPeriod"/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ជ្រើសរើសជួរដោយមួយដោយចុចលើវា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(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វានឹងហាយឡាយពណ៌ខៀវ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)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។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  <a:p>
            <a:pPr marL="863599" lvl="1" indent="-431800" algn="l">
              <a:lnSpc>
                <a:spcPts val="5599"/>
              </a:lnSpc>
              <a:buAutoNum type="arabicPeriod"/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និងបន្ទាប់មកចុចលើប៊ូតុង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"</a:t>
            </a:r>
            <a:r>
              <a:rPr lang="en-US" sz="2000" dirty="0" err="1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Unallocation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0D350E-D22A-F536-8B42-116559C930ED}"/>
              </a:ext>
            </a:extLst>
          </p:cNvPr>
          <p:cNvSpPr txBox="1"/>
          <p:nvPr/>
        </p:nvSpPr>
        <p:spPr>
          <a:xfrm>
            <a:off x="1028700" y="4440633"/>
            <a:ext cx="16230600" cy="3569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000000"/>
                </a:solidFill>
                <a:latin typeface="!Khmer OS Siemreap" panose="02000500000000020004" pitchFamily="2" charset="0"/>
                <a:ea typeface="Canva Sans Bold"/>
                <a:cs typeface="!Khmer OS Siemreap" panose="02000500000000020004" pitchFamily="2" charset="0"/>
                <a:sym typeface="Canva Sans Bold"/>
              </a:rPr>
              <a:t>Allocated Tab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Tab "Allocated" shows the order which is enough.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If we want to make it unallocated (Allocated to Unallocated), we need to:</a:t>
            </a:r>
          </a:p>
          <a:p>
            <a:pPr marL="863599" lvl="1" indent="-431800" algn="l">
              <a:lnSpc>
                <a:spcPts val="5599"/>
              </a:lnSpc>
              <a:buAutoNum type="arabicPeriod"/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Select one row by clicking on it (it will highlight blue).</a:t>
            </a:r>
          </a:p>
          <a:p>
            <a:pPr marL="863599" lvl="1" indent="-431800" algn="l">
              <a:lnSpc>
                <a:spcPts val="5599"/>
              </a:lnSpc>
              <a:buAutoNum type="arabicPeriod"/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And then click on button "</a:t>
            </a:r>
            <a:r>
              <a:rPr lang="en-US" sz="2000" dirty="0" err="1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Unallocation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702043" y="0"/>
            <a:ext cx="12883914" cy="10287000"/>
          </a:xfrm>
          <a:custGeom>
            <a:avLst/>
            <a:gdLst/>
            <a:ahLst/>
            <a:cxnLst/>
            <a:rect l="l" t="t" r="r" b="b"/>
            <a:pathLst>
              <a:path w="12883914" h="10287000">
                <a:moveTo>
                  <a:pt x="0" y="0"/>
                </a:moveTo>
                <a:lnTo>
                  <a:pt x="12883914" y="0"/>
                </a:lnTo>
                <a:lnTo>
                  <a:pt x="12883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952500"/>
            <a:ext cx="16230600" cy="20392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000000"/>
                </a:solidFill>
                <a:latin typeface="!Khmer OS Siemreap" panose="02000500000000020004" pitchFamily="2" charset="0"/>
                <a:ea typeface="Canva Sans Bold"/>
                <a:cs typeface="!Khmer OS Siemreap" panose="02000500000000020004" pitchFamily="2" charset="0"/>
                <a:sym typeface="Canva Sans Bold"/>
              </a:rPr>
              <a:t>Confirm Order Reserve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ប្រើសិនបើវា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allocated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នោះពួកយើងឃើញវានៅក្នុងតារាងនៃ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tab "Allocated“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។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  <a:p>
            <a:pPr marL="863596" lvl="1" indent="-431798">
              <a:lnSpc>
                <a:spcPts val="5599"/>
              </a:lnSpc>
              <a:buFont typeface="Arial"/>
              <a:buChar char="•"/>
            </a:pP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ប្រសិនបើវា 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unallocated </a:t>
            </a:r>
            <a:r>
              <a:rPr lang="km-KH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នោះពួកយើងឃើញវានៅក្នុងតារាងនៃ</a:t>
            </a: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 tab "Unallocated“</a:t>
            </a:r>
            <a:r>
              <a:rPr lang="km-KH" sz="200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។</a:t>
            </a:r>
            <a:endParaRPr lang="en-US" sz="2000" dirty="0">
              <a:solidFill>
                <a:srgbClr val="000000"/>
              </a:solidFill>
              <a:latin typeface="!Khmer OS Siemreap" panose="02000500000000020004" pitchFamily="2" charset="0"/>
              <a:ea typeface="Canva Sans"/>
              <a:cs typeface="!Khmer OS Siemreap" panose="02000500000000020004" pitchFamily="2" charset="0"/>
              <a:sym typeface="Canva San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4D1B0D-859D-A0A3-8C63-97A58CDB21A2}"/>
              </a:ext>
            </a:extLst>
          </p:cNvPr>
          <p:cNvSpPr txBox="1"/>
          <p:nvPr/>
        </p:nvSpPr>
        <p:spPr>
          <a:xfrm>
            <a:off x="1028700" y="3162300"/>
            <a:ext cx="16230600" cy="21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000000"/>
                </a:solidFill>
                <a:latin typeface="!Khmer OS Siemreap" panose="02000500000000020004" pitchFamily="2" charset="0"/>
                <a:ea typeface="Canva Sans Bold"/>
                <a:cs typeface="!Khmer OS Siemreap" panose="02000500000000020004" pitchFamily="2" charset="0"/>
                <a:sym typeface="Canva Sans Bold"/>
              </a:rPr>
              <a:t>Confirm Order Reserve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If it is allocated, we see it in a table of tab "Allocated".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If it is unallocated, we see it in a table of tab "Unallocated".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17" r="-21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1028700" y="4051237"/>
            <a:ext cx="16230600" cy="2077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81"/>
              </a:lnSpc>
              <a:spcBef>
                <a:spcPct val="0"/>
              </a:spcBef>
            </a:pPr>
            <a:r>
              <a:rPr lang="km-KH" sz="11558" dirty="0">
                <a:solidFill>
                  <a:srgbClr val="FFFFFF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អរគុណ! </a:t>
            </a:r>
            <a:r>
              <a:rPr lang="en-US" sz="11558" dirty="0">
                <a:solidFill>
                  <a:srgbClr val="FFFFFF"/>
                </a:solidFill>
                <a:latin typeface="!Khmer OS Siemreap" panose="02000500000000020004" pitchFamily="2" charset="0"/>
                <a:ea typeface="Canva Sans"/>
                <a:cs typeface="!Khmer OS Siemreap" panose="02000500000000020004" pitchFamily="2" charset="0"/>
                <a:sym typeface="Canva Sans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89db4e91-bad5-4fd0-9ca4-c06485916e3a}" enabled="1" method="Standard" siteId="{f66fae02-5d36-495b-bfe0-78a6ff9f8e6e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606</Words>
  <Application>Microsoft Office PowerPoint</Application>
  <PresentationFormat>Custom</PresentationFormat>
  <Paragraphs>56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Canva Sans</vt:lpstr>
      <vt:lpstr>Canva Sans Bold</vt:lpstr>
      <vt:lpstr>Calibri</vt:lpstr>
      <vt:lpstr>Arial</vt:lpstr>
      <vt:lpstr>!Khmer OS Siemreap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Allocation</dc:title>
  <cp:lastModifiedBy>So, Visalsing</cp:lastModifiedBy>
  <cp:revision>14</cp:revision>
  <dcterms:created xsi:type="dcterms:W3CDTF">2006-08-16T00:00:00Z</dcterms:created>
  <dcterms:modified xsi:type="dcterms:W3CDTF">2026-08-04T04:09:16Z</dcterms:modified>
  <dc:identifier>DAHRQNSdBjM</dc:identifier>
</cp:coreProperties>
</file>