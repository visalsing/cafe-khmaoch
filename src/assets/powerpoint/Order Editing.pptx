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0" r:id="rId14"/>
    <p:sldId id="271" r:id="rId15"/>
    <p:sldId id="267" r:id="rId16"/>
  </p:sldIdLst>
  <p:sldSz cx="18288000" cy="10287000"/>
  <p:notesSz cx="6858000" cy="9144000"/>
  <p:embeddedFontLst>
    <p:embeddedFont>
      <p:font typeface="!Khmer OS Siemreap" panose="02000500000000020004" pitchFamily="2" charset="0"/>
      <p:regular r:id="rId18"/>
    </p:embeddedFont>
    <p:embeddedFont>
      <p:font typeface="Canva Sans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0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90BBEA-75CB-4317-9BED-6B37F994C8EA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A939DA-171B-40B3-92DF-81E2096AD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329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939DA-171B-40B3-92DF-81E2096AD1A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822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2" b="-8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21366" y="521214"/>
            <a:ext cx="1775126" cy="1963844"/>
          </a:xfrm>
          <a:custGeom>
            <a:avLst/>
            <a:gdLst/>
            <a:ahLst/>
            <a:cxnLst/>
            <a:rect l="l" t="t" r="r" b="b"/>
            <a:pathLst>
              <a:path w="1775126" h="1963844">
                <a:moveTo>
                  <a:pt x="0" y="0"/>
                </a:moveTo>
                <a:lnTo>
                  <a:pt x="1775126" y="0"/>
                </a:lnTo>
                <a:lnTo>
                  <a:pt x="1775126" y="1963844"/>
                </a:lnTo>
                <a:lnTo>
                  <a:pt x="0" y="19638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4051237"/>
            <a:ext cx="16230600" cy="1965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81"/>
              </a:lnSpc>
              <a:spcBef>
                <a:spcPct val="0"/>
              </a:spcBef>
            </a:pPr>
            <a:r>
              <a:rPr lang="en-US" sz="11558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Order Editing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52500"/>
            <a:ext cx="16230600" cy="5642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!Khmer OS Siemreap" panose="02000500000000020004" pitchFamily="2" charset="0"/>
                <a:ea typeface="Canva Sans Bold"/>
                <a:cs typeface="!Khmer OS Siemreap" panose="02000500000000020004" pitchFamily="2" charset="0"/>
                <a:sym typeface="Canva Sans Bold"/>
              </a:rPr>
              <a:t>Order Editing Overview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Order Editing 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គឺជាកន្លែងដែលយើងកែប្រែទៅលើ </a:t>
            </a: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sales order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​ ណាមួយ។</a:t>
            </a:r>
          </a:p>
          <a:p>
            <a:pPr>
              <a:lnSpc>
                <a:spcPts val="56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!Khmer OS Siemreap" panose="02000500000000020004" pitchFamily="2" charset="0"/>
                <a:ea typeface="Canva Sans Bold"/>
                <a:cs typeface="!Khmer OS Siemreap" panose="02000500000000020004" pitchFamily="2" charset="0"/>
                <a:sym typeface="Canva Sans Bold"/>
              </a:rPr>
              <a:t>Editing Sale Order</a:t>
            </a:r>
          </a:p>
          <a:p>
            <a:pPr>
              <a:lnSpc>
                <a:spcPts val="5600"/>
              </a:lnSpc>
              <a:spcBef>
                <a:spcPct val="0"/>
              </a:spcBef>
            </a:pP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ជំហាន</a:t>
            </a: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edit 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លើ</a:t>
            </a: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sales order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៖</a:t>
            </a:r>
            <a:endParaRPr lang="en-US" sz="2000" dirty="0">
              <a:solidFill>
                <a:srgbClr val="000000"/>
              </a:solidFill>
              <a:latin typeface="!Khmer OS Siemreap" panose="02000500000000020004" pitchFamily="2" charset="0"/>
              <a:ea typeface="Canva Sans"/>
              <a:cs typeface="!Khmer OS Siemreap" panose="02000500000000020004" pitchFamily="2" charset="0"/>
              <a:sym typeface="Canva Sans"/>
            </a:endParaRPr>
          </a:p>
          <a:p>
            <a:pPr marL="863601" lvl="1" indent="-431801">
              <a:lnSpc>
                <a:spcPts val="5600"/>
              </a:lnSpc>
              <a:buAutoNum type="arabicPeriod"/>
            </a:pP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ចូលទៅកាន់ </a:t>
            </a: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Stock Allocation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។</a:t>
            </a:r>
            <a:endParaRPr lang="en-US" sz="2000" dirty="0">
              <a:solidFill>
                <a:srgbClr val="000000"/>
              </a:solidFill>
              <a:latin typeface="!Khmer OS Siemreap" panose="02000500000000020004" pitchFamily="2" charset="0"/>
              <a:ea typeface="Canva Sans"/>
              <a:cs typeface="!Khmer OS Siemreap" panose="02000500000000020004" pitchFamily="2" charset="0"/>
              <a:sym typeface="Canva Sans"/>
            </a:endParaRPr>
          </a:p>
          <a:p>
            <a:pPr marL="863601" lvl="1" indent="-431801">
              <a:lnSpc>
                <a:spcPts val="5600"/>
              </a:lnSpc>
              <a:buAutoNum type="arabicPeriod"/>
            </a:pP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ប្ដូរ </a:t>
            </a: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sales order status 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ពី</a:t>
            </a: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Allocated → Unallocated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។</a:t>
            </a:r>
            <a:endParaRPr lang="en-US" sz="2000" dirty="0">
              <a:solidFill>
                <a:srgbClr val="000000"/>
              </a:solidFill>
              <a:latin typeface="!Khmer OS Siemreap" panose="02000500000000020004" pitchFamily="2" charset="0"/>
              <a:ea typeface="Canva Sans"/>
              <a:cs typeface="!Khmer OS Siemreap" panose="02000500000000020004" pitchFamily="2" charset="0"/>
              <a:sym typeface="Canva Sans"/>
            </a:endParaRPr>
          </a:p>
          <a:p>
            <a:pPr marL="863601" lvl="1" indent="-431801">
              <a:lnSpc>
                <a:spcPts val="5600"/>
              </a:lnSpc>
              <a:buAutoNum type="arabicPeriod"/>
            </a:pP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ពេលធ្វើរួច ចូលទៅកាន់</a:t>
            </a: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Order Editing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។</a:t>
            </a:r>
            <a:endParaRPr lang="en-US" sz="2000" dirty="0">
              <a:solidFill>
                <a:srgbClr val="000000"/>
              </a:solidFill>
              <a:latin typeface="!Khmer OS Siemreap" panose="02000500000000020004" pitchFamily="2" charset="0"/>
              <a:ea typeface="Canva Sans"/>
              <a:cs typeface="!Khmer OS Siemreap" panose="02000500000000020004" pitchFamily="2" charset="0"/>
              <a:sym typeface="Canva Sans"/>
            </a:endParaRPr>
          </a:p>
          <a:p>
            <a:pPr algn="l">
              <a:lnSpc>
                <a:spcPts val="5599"/>
              </a:lnSpc>
              <a:spcBef>
                <a:spcPct val="0"/>
              </a:spcBef>
            </a:pPr>
            <a:endParaRPr lang="km-KH" sz="2000" dirty="0">
              <a:solidFill>
                <a:srgbClr val="000000"/>
              </a:solidFill>
              <a:latin typeface="!Khmer OS Siemreap" panose="02000500000000020004" pitchFamily="2" charset="0"/>
              <a:ea typeface="Canva Sans"/>
              <a:cs typeface="!Khmer OS Siemreap" panose="02000500000000020004" pitchFamily="2" charset="0"/>
              <a:sym typeface="Canv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earch &quot;Order Editing&quot;">
            <a:extLst>
              <a:ext uri="{FF2B5EF4-FFF2-40B4-BE49-F238E27FC236}">
                <a16:creationId xmlns:a16="http://schemas.microsoft.com/office/drawing/2014/main" id="{E5030058-1922-4EC4-8FEB-C2D371260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0"/>
            <a:ext cx="12801600" cy="102812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52500"/>
            <a:ext cx="16230600" cy="2769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599"/>
              </a:lnSpc>
            </a:pP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ស្វែងរក </a:t>
            </a:r>
            <a:r>
              <a:rPr lang="en-US" sz="2000" b="1" dirty="0">
                <a:solidFill>
                  <a:srgbClr val="000000"/>
                </a:solidFill>
                <a:latin typeface="!Khmer OS Siemreap" panose="02000500000000020004" pitchFamily="2" charset="0"/>
                <a:ea typeface="Canva Sans Bold"/>
                <a:cs typeface="!Khmer OS Siemreap" panose="02000500000000020004" pitchFamily="2" charset="0"/>
                <a:sym typeface="Canva Sans Bold"/>
              </a:rPr>
              <a:t>“Order Editing"</a:t>
            </a:r>
          </a:p>
          <a:p>
            <a:pPr marL="863599" lvl="1" indent="-431800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ចុចលើ</a:t>
            </a: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icon "⚙️"! </a:t>
            </a:r>
          </a:p>
          <a:p>
            <a:pPr marL="863599" lvl="1" indent="-431800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បន្ទាប់មកចុចលើ</a:t>
            </a: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search bar 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និងវាយ </a:t>
            </a: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“Order Editing"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​។</a:t>
            </a:r>
            <a:endParaRPr lang="en-US" sz="2000" dirty="0">
              <a:solidFill>
                <a:srgbClr val="000000"/>
              </a:solidFill>
              <a:latin typeface="!Khmer OS Siemreap" panose="02000500000000020004" pitchFamily="2" charset="0"/>
              <a:ea typeface="Canva Sans"/>
              <a:cs typeface="!Khmer OS Siemreap" panose="02000500000000020004" pitchFamily="2" charset="0"/>
              <a:sym typeface="Canva Sans"/>
            </a:endParaRPr>
          </a:p>
          <a:p>
            <a:pPr marL="863599" lvl="1" indent="-431800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នៅពេលម៉ឺនុយត្រូវបានបង្ហាញនោះពួកយើងចុចលើវា។</a:t>
            </a:r>
            <a:endParaRPr lang="en-US" sz="2000" dirty="0">
              <a:solidFill>
                <a:srgbClr val="000000"/>
              </a:solidFill>
              <a:latin typeface="!Khmer OS Siemreap" panose="02000500000000020004" pitchFamily="2" charset="0"/>
              <a:ea typeface="Canva Sans"/>
              <a:cs typeface="!Khmer OS Siemreap" panose="02000500000000020004" pitchFamily="2" charset="0"/>
              <a:sym typeface="Canv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oe_title_2">
            <a:extLst>
              <a:ext uri="{FF2B5EF4-FFF2-40B4-BE49-F238E27FC236}">
                <a16:creationId xmlns:a16="http://schemas.microsoft.com/office/drawing/2014/main" id="{5F7AB011-7DC3-D5D1-26B9-6E3985BA5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406" y="0"/>
            <a:ext cx="12821188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52500"/>
            <a:ext cx="16230600" cy="8364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7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!Khmer OS Siemreap" panose="02000500000000020004" pitchFamily="2" charset="0"/>
                <a:ea typeface="Canva Sans Bold"/>
                <a:cs typeface="!Khmer OS Siemreap" panose="02000500000000020004" pitchFamily="2" charset="0"/>
                <a:sym typeface="Canva Sans Bold"/>
              </a:rPr>
              <a:t>Order Editing Header</a:t>
            </a:r>
          </a:p>
          <a:p>
            <a:pPr>
              <a:lnSpc>
                <a:spcPts val="5470"/>
              </a:lnSpc>
              <a:spcBef>
                <a:spcPct val="0"/>
              </a:spcBef>
            </a:pP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បំពេញទៅលើ</a:t>
            </a: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Order Editing Header 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ស​​​​​​​​​ម្រាប់​​​​​​​​​​​</a:t>
            </a: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filter 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(សម្រង់)</a:t>
            </a: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ដើម្បីស្វែងរក</a:t>
            </a: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sale order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ដោយផ្អែកលើលក្ខខណ្ឌផ្សេងៗ។ វត្ថុបំណងដែលអាចវាយឬជ្រើសរើសបាននោះមានដូចជា៖ </a:t>
            </a:r>
            <a:endParaRPr lang="en-US" sz="2000" dirty="0">
              <a:solidFill>
                <a:srgbClr val="000000"/>
              </a:solidFill>
              <a:latin typeface="!Khmer OS Siemreap" panose="02000500000000020004" pitchFamily="2" charset="0"/>
              <a:ea typeface="Canva Sans"/>
              <a:cs typeface="!Khmer OS Siemreap" panose="02000500000000020004" pitchFamily="2" charset="0"/>
              <a:sym typeface="Canva Sans"/>
            </a:endParaRPr>
          </a:p>
          <a:p>
            <a:pPr marL="914400" lvl="1" indent="-457200">
              <a:lnSpc>
                <a:spcPts val="547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PJP</a:t>
            </a:r>
          </a:p>
          <a:p>
            <a:pPr marL="914400" lvl="1" indent="-457200">
              <a:lnSpc>
                <a:spcPts val="547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Section</a:t>
            </a:r>
          </a:p>
          <a:p>
            <a:pPr marL="914400" lvl="1" indent="-457200">
              <a:lnSpc>
                <a:spcPts val="547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Selling Category</a:t>
            </a:r>
          </a:p>
          <a:p>
            <a:pPr marL="914400" lvl="1" indent="-457200">
              <a:lnSpc>
                <a:spcPts val="547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Date From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៖ ចាប់ពីកាលបរិច្ឆេទ</a:t>
            </a:r>
            <a:endParaRPr lang="en-US" sz="2000" dirty="0">
              <a:solidFill>
                <a:srgbClr val="000000"/>
              </a:solidFill>
              <a:latin typeface="!Khmer OS Siemreap" panose="02000500000000020004" pitchFamily="2" charset="0"/>
              <a:ea typeface="Canva Sans"/>
              <a:cs typeface="!Khmer OS Siemreap" panose="02000500000000020004" pitchFamily="2" charset="0"/>
              <a:sym typeface="Canva Sans"/>
            </a:endParaRPr>
          </a:p>
          <a:p>
            <a:pPr marL="914400" lvl="1" indent="-457200">
              <a:lnSpc>
                <a:spcPts val="547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Date To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៖ ទៅដល់កាលបរិច្ឆទ</a:t>
            </a:r>
            <a:endParaRPr lang="en-US" sz="2000" dirty="0">
              <a:solidFill>
                <a:srgbClr val="000000"/>
              </a:solidFill>
              <a:latin typeface="!Khmer OS Siemreap" panose="02000500000000020004" pitchFamily="2" charset="0"/>
              <a:ea typeface="Canva Sans"/>
              <a:cs typeface="!Khmer OS Siemreap" panose="02000500000000020004" pitchFamily="2" charset="0"/>
              <a:sym typeface="Canva Sans"/>
            </a:endParaRPr>
          </a:p>
          <a:p>
            <a:pPr marL="914400" lvl="1" indent="-457200">
              <a:lnSpc>
                <a:spcPts val="547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SKU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៖ សម្ដៅលើទំនិញឬអីវ៉ាន់</a:t>
            </a:r>
          </a:p>
          <a:p>
            <a:pPr>
              <a:lnSpc>
                <a:spcPts val="5470"/>
              </a:lnSpc>
              <a:spcBef>
                <a:spcPct val="0"/>
              </a:spcBef>
            </a:pP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ប្រសិនបើមិនបំពេញ</a:t>
            </a: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filter 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នោះទេ វានឹងលេចឡើងនូវ</a:t>
            </a: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sale order 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ទាំងអស់។</a:t>
            </a:r>
            <a:b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</a:b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តារាងខាងក្រោមនៃ</a:t>
            </a: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Order Editing Header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គឺជាកន្លែងដែលបង្ហាញព័ត៌មានរបស់</a:t>
            </a: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sale orders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។ ប្រសិនបើវាគ្មានទិន្នន័យក្នុងការបង្ហាញនោះវានឹង </a:t>
            </a: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“No Data”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។ </a:t>
            </a: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Show Filter (Check Box) 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គឺប្រើប្រាស់សម្រាប់ស្វែងរកនិងសម្រង់ទិន្នន័យនីមួយៗតាមជួរឈរ</a:t>
            </a: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(column)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នៅក្នុងតារាង។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Review Available Quantity">
            <a:extLst>
              <a:ext uri="{FF2B5EF4-FFF2-40B4-BE49-F238E27FC236}">
                <a16:creationId xmlns:a16="http://schemas.microsoft.com/office/drawing/2014/main" id="{F2958F56-79D9-E81E-77A8-8E5E9579D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179" y="-10984"/>
            <a:ext cx="12935642" cy="102979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52500"/>
            <a:ext cx="16230600" cy="4206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!Khmer OS Siemreap" panose="02000500000000020004" pitchFamily="2" charset="0"/>
                <a:ea typeface="Canva Sans Bold"/>
                <a:cs typeface="!Khmer OS Siemreap" panose="02000500000000020004" pitchFamily="2" charset="0"/>
                <a:sym typeface="Canva Sans Bold"/>
              </a:rPr>
              <a:t>Edit Sale Order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អូសទៅខាងស្ដាំនៅលើតារាង នោះពួកយើងនឹងឃើញ</a:t>
            </a: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“Edit”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។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ចុចលើពាក្យថា</a:t>
            </a: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“Edit” 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ដើម្បីបន្តទៅធ្វើការកែប្រែទិន្នន័យ</a:t>
            </a: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sale order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។</a:t>
            </a:r>
            <a:endParaRPr lang="en-US" sz="2000" dirty="0">
              <a:solidFill>
                <a:srgbClr val="000000"/>
              </a:solidFill>
              <a:latin typeface="!Khmer OS Siemreap" panose="02000500000000020004" pitchFamily="2" charset="0"/>
              <a:ea typeface="Canva Sans"/>
              <a:cs typeface="!Khmer OS Siemreap" panose="02000500000000020004" pitchFamily="2" charset="0"/>
              <a:sym typeface="Canva Sans"/>
            </a:endParaRPr>
          </a:p>
          <a:p>
            <a:pPr>
              <a:lnSpc>
                <a:spcPts val="5599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Items 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នៅក្នុងតារាងនោះមានដូចជា៖ </a:t>
            </a: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Product Code, Batch, Current Stock, Price Value, Demand (CS, DZ, PC), Order (CS, DZ, PC), Gross Amount 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និង</a:t>
            </a: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Reason Type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។</a:t>
            </a:r>
            <a:b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</a:b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CS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ចំនួនគិតជា</a:t>
            </a: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 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កេស។ </a:t>
            </a: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DZ 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ចំនួនគិតជា ឡូ។ </a:t>
            </a: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PC 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ចំនួនគិតជា រាយ។</a:t>
            </a:r>
            <a:endParaRPr lang="en-US" sz="2000" dirty="0">
              <a:solidFill>
                <a:srgbClr val="000000"/>
              </a:solidFill>
              <a:latin typeface="!Khmer OS Siemreap" panose="02000500000000020004" pitchFamily="2" charset="0"/>
              <a:ea typeface="Canva Sans"/>
              <a:cs typeface="!Khmer OS Siemreap" panose="02000500000000020004" pitchFamily="2" charset="0"/>
              <a:sym typeface="Canv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onfirm Order Reserve">
            <a:extLst>
              <a:ext uri="{FF2B5EF4-FFF2-40B4-BE49-F238E27FC236}">
                <a16:creationId xmlns:a16="http://schemas.microsoft.com/office/drawing/2014/main" id="{45A6289F-CDB7-7460-3775-B7204DEF8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-7739"/>
            <a:ext cx="12954000" cy="1030247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52500"/>
            <a:ext cx="16230600" cy="2769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!Khmer OS Siemreap" panose="02000500000000020004" pitchFamily="2" charset="0"/>
                <a:ea typeface="Canva Sans Bold"/>
                <a:cs typeface="!Khmer OS Siemreap" panose="02000500000000020004" pitchFamily="2" charset="0"/>
                <a:sym typeface="Canva Sans Bold"/>
              </a:rPr>
              <a:t>Edit Sale Order</a:t>
            </a:r>
          </a:p>
          <a:p>
            <a:pPr>
              <a:lnSpc>
                <a:spcPts val="5599"/>
              </a:lnSpc>
              <a:spcBef>
                <a:spcPct val="0"/>
              </a:spcBef>
            </a:pP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 Bold"/>
                <a:cs typeface="!Khmer OS Siemreap" panose="02000500000000020004" pitchFamily="2" charset="0"/>
                <a:sym typeface="Canva Sans Bold"/>
              </a:rPr>
              <a:t>ពួកយើងធ្វើការកែប្រែទៅលើចំនួន </a:t>
            </a: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 Bold"/>
                <a:cs typeface="!Khmer OS Siemreap" panose="02000500000000020004" pitchFamily="2" charset="0"/>
                <a:sym typeface="Canva Sans Bold"/>
              </a:rPr>
              <a:t>Order (CS, DZ, PC)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 Bold"/>
                <a:cs typeface="!Khmer OS Siemreap" panose="02000500000000020004" pitchFamily="2" charset="0"/>
                <a:sym typeface="Canva Sans Bold"/>
              </a:rPr>
              <a:t> និងជ្រើសរើសហេតុផលណាមួយពី</a:t>
            </a: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 Bold"/>
                <a:cs typeface="!Khmer OS Siemreap" panose="02000500000000020004" pitchFamily="2" charset="0"/>
                <a:sym typeface="Canva Sans Bold"/>
              </a:rPr>
              <a:t> Reason Type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 Bold"/>
                <a:cs typeface="!Khmer OS Siemreap" panose="02000500000000020004" pitchFamily="2" charset="0"/>
                <a:sym typeface="Canva Sans Bold"/>
              </a:rPr>
              <a:t>។ ចំពោះតម្លៃផ្សេងៗវានឹងទូទាត់ដោយស្វ័យប្រវត្តិទៅតាមចំនួន</a:t>
            </a: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 Bold"/>
                <a:cs typeface="!Khmer OS Siemreap" panose="02000500000000020004" pitchFamily="2" charset="0"/>
                <a:sym typeface="Canva Sans Bold"/>
              </a:rPr>
              <a:t> Order (CS, DZ, PC)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 Bold"/>
                <a:cs typeface="!Khmer OS Siemreap" panose="02000500000000020004" pitchFamily="2" charset="0"/>
                <a:sym typeface="Canva Sans Bold"/>
              </a:rPr>
              <a:t> ដែលបានកែប្រែ។ បន្ទាប់មកអូសទៅខាងស្ដាំម្ដងទៀត ពួកយើងនឹងឃើញមានពាក្យថា</a:t>
            </a: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 Bold"/>
                <a:cs typeface="!Khmer OS Siemreap" panose="02000500000000020004" pitchFamily="2" charset="0"/>
                <a:sym typeface="Canva Sans Bold"/>
              </a:rPr>
              <a:t> save 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 Bold"/>
                <a:cs typeface="!Khmer OS Siemreap" panose="02000500000000020004" pitchFamily="2" charset="0"/>
                <a:sym typeface="Canva Sans Bold"/>
              </a:rPr>
              <a:t>និង</a:t>
            </a: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 Bold"/>
                <a:cs typeface="!Khmer OS Siemreap" panose="02000500000000020004" pitchFamily="2" charset="0"/>
                <a:sym typeface="Canva Sans Bold"/>
              </a:rPr>
              <a:t> cancel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 Bold"/>
                <a:cs typeface="!Khmer OS Siemreap" panose="02000500000000020004" pitchFamily="2" charset="0"/>
                <a:sym typeface="Canva Sans Bold"/>
              </a:rPr>
              <a:t>។ ចុចលើ</a:t>
            </a: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 Bold"/>
                <a:cs typeface="!Khmer OS Siemreap" panose="02000500000000020004" pitchFamily="2" charset="0"/>
                <a:sym typeface="Canva Sans Bold"/>
              </a:rPr>
              <a:t> “save” 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 Bold"/>
                <a:cs typeface="!Khmer OS Siemreap" panose="02000500000000020004" pitchFamily="2" charset="0"/>
                <a:sym typeface="Canva Sans Bold"/>
              </a:rPr>
              <a:t>ប្រសិនបើយើងចង់កែប្រែ។ ចុចលើ</a:t>
            </a: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 Bold"/>
                <a:cs typeface="!Khmer OS Siemreap" panose="02000500000000020004" pitchFamily="2" charset="0"/>
                <a:sym typeface="Canva Sans Bold"/>
              </a:rPr>
              <a:t> “cancel” 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 Bold"/>
                <a:cs typeface="!Khmer OS Siemreap" panose="02000500000000020004" pitchFamily="2" charset="0"/>
                <a:sym typeface="Canva Sans Bold"/>
              </a:rPr>
              <a:t>ប្រសិនបើយើងមិនចង់កែប្រែ។</a:t>
            </a:r>
            <a:endParaRPr lang="en-US" sz="2000" dirty="0">
              <a:solidFill>
                <a:srgbClr val="000000"/>
              </a:solidFill>
              <a:latin typeface="!Khmer OS Siemreap" panose="02000500000000020004" pitchFamily="2" charset="0"/>
              <a:ea typeface="Canva Sans Bold"/>
              <a:cs typeface="!Khmer OS Siemreap" panose="02000500000000020004" pitchFamily="2" charset="0"/>
              <a:sym typeface="Canva Sans 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16C90-C321-4735-6ADD-83F3BBE96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firm Order Reserve">
            <a:extLst>
              <a:ext uri="{FF2B5EF4-FFF2-40B4-BE49-F238E27FC236}">
                <a16:creationId xmlns:a16="http://schemas.microsoft.com/office/drawing/2014/main" id="{3A7C2205-A2EF-458C-A798-147EC886E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345" y="-16044"/>
            <a:ext cx="12929309" cy="10303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773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A7224-4470-C573-A161-C17D10DB5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445971EB-9296-4EB5-E80D-1ADB4A3ACB23}"/>
              </a:ext>
            </a:extLst>
          </p:cNvPr>
          <p:cNvSpPr txBox="1"/>
          <p:nvPr/>
        </p:nvSpPr>
        <p:spPr>
          <a:xfrm>
            <a:off x="1028700" y="952500"/>
            <a:ext cx="16230600" cy="133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!Khmer OS Siemreap" panose="02000500000000020004" pitchFamily="2" charset="0"/>
                <a:ea typeface="Canva Sans Bold"/>
                <a:cs typeface="!Khmer OS Siemreap" panose="02000500000000020004" pitchFamily="2" charset="0"/>
                <a:sym typeface="Canva Sans Bold"/>
              </a:rPr>
              <a:t>Validation</a:t>
            </a:r>
          </a:p>
          <a:p>
            <a:pPr>
              <a:lnSpc>
                <a:spcPts val="5599"/>
              </a:lnSpc>
              <a:spcBef>
                <a:spcPct val="0"/>
              </a:spcBef>
            </a:pP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 Bold"/>
                <a:cs typeface="!Khmer OS Siemreap" panose="02000500000000020004" pitchFamily="2" charset="0"/>
                <a:sym typeface="Canva Sans Bold"/>
              </a:rPr>
              <a:t>បន្ទាប់ពីធ្វើការកែប្រែរួចហើយ ពួកយើងចុចទៅលើប៊ូតុង </a:t>
            </a: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 Bold"/>
                <a:cs typeface="!Khmer OS Siemreap" panose="02000500000000020004" pitchFamily="2" charset="0"/>
                <a:sym typeface="Canva Sans Bold"/>
              </a:rPr>
              <a:t>“Validation” 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 Bold"/>
                <a:cs typeface="!Khmer OS Siemreap" panose="02000500000000020004" pitchFamily="2" charset="0"/>
                <a:sym typeface="Canva Sans Bold"/>
              </a:rPr>
              <a:t>ដើម្បី </a:t>
            </a: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 Bold"/>
                <a:cs typeface="!Khmer OS Siemreap" panose="02000500000000020004" pitchFamily="2" charset="0"/>
                <a:sym typeface="Canva Sans Bold"/>
              </a:rPr>
              <a:t>Complete Order Editing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 Bold"/>
                <a:cs typeface="!Khmer OS Siemreap" panose="02000500000000020004" pitchFamily="2" charset="0"/>
                <a:sym typeface="Canva Sans Bold"/>
              </a:rPr>
              <a:t>។</a:t>
            </a:r>
            <a:endParaRPr lang="en-US" sz="2000" dirty="0">
              <a:solidFill>
                <a:srgbClr val="000000"/>
              </a:solidFill>
              <a:latin typeface="!Khmer OS Siemreap" panose="02000500000000020004" pitchFamily="2" charset="0"/>
              <a:ea typeface="Canva Sans Bold"/>
              <a:cs typeface="!Khmer OS Siemreap" panose="02000500000000020004" pitchFamily="2" charset="0"/>
              <a:sym typeface="Canva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452145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63450-F7DF-F810-48CE-B7C45FDD2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onfirm Order Reserve">
            <a:extLst>
              <a:ext uri="{FF2B5EF4-FFF2-40B4-BE49-F238E27FC236}">
                <a16:creationId xmlns:a16="http://schemas.microsoft.com/office/drawing/2014/main" id="{56AC3569-4A4E-A35F-9A5E-1C0BDFE40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2502"/>
            <a:ext cx="12954000" cy="1026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830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87F75-AB3A-B6B5-E10B-B2DF0E9D1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E007FC7-E5F6-EF03-46EC-11C3B423251F}"/>
              </a:ext>
            </a:extLst>
          </p:cNvPr>
          <p:cNvSpPr txBox="1"/>
          <p:nvPr/>
        </p:nvSpPr>
        <p:spPr>
          <a:xfrm>
            <a:off x="1028700" y="952500"/>
            <a:ext cx="16230600" cy="2051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!Khmer OS Siemreap" panose="02000500000000020004" pitchFamily="2" charset="0"/>
                <a:ea typeface="Canva Sans Bold"/>
                <a:cs typeface="!Khmer OS Siemreap" panose="02000500000000020004" pitchFamily="2" charset="0"/>
                <a:sym typeface="Canva Sans Bold"/>
              </a:rPr>
              <a:t>Save</a:t>
            </a:r>
          </a:p>
          <a:p>
            <a:pPr>
              <a:lnSpc>
                <a:spcPts val="5599"/>
              </a:lnSpc>
              <a:spcBef>
                <a:spcPct val="0"/>
              </a:spcBef>
            </a:pP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 Bold"/>
                <a:cs typeface="!Khmer OS Siemreap" panose="02000500000000020004" pitchFamily="2" charset="0"/>
                <a:sym typeface="Canva Sans Bold"/>
              </a:rPr>
              <a:t>បន្ទាប់ពីធ្វើការចុចទៅលើប៊ូតុង </a:t>
            </a: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 Bold"/>
                <a:cs typeface="!Khmer OS Siemreap" panose="02000500000000020004" pitchFamily="2" charset="0"/>
                <a:sym typeface="Canva Sans Bold"/>
              </a:rPr>
              <a:t>“Validation” 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 Bold"/>
                <a:cs typeface="!Khmer OS Siemreap" panose="02000500000000020004" pitchFamily="2" charset="0"/>
                <a:sym typeface="Canva Sans Bold"/>
              </a:rPr>
              <a:t>ដើម្បី </a:t>
            </a: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 Bold"/>
                <a:cs typeface="!Khmer OS Siemreap" panose="02000500000000020004" pitchFamily="2" charset="0"/>
                <a:sym typeface="Canva Sans Bold"/>
              </a:rPr>
              <a:t>Complete Order Editing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 Bold"/>
                <a:cs typeface="!Khmer OS Siemreap" panose="02000500000000020004" pitchFamily="2" charset="0"/>
                <a:sym typeface="Canva Sans Bold"/>
              </a:rPr>
              <a:t> នោះពួកយើងនឹងឃើញប៊ូតុង</a:t>
            </a: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 Bold"/>
                <a:cs typeface="!Khmer OS Siemreap" panose="02000500000000020004" pitchFamily="2" charset="0"/>
                <a:sym typeface="Canva Sans Bold"/>
              </a:rPr>
              <a:t> “Save”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 Bold"/>
                <a:cs typeface="!Khmer OS Siemreap" panose="02000500000000020004" pitchFamily="2" charset="0"/>
                <a:sym typeface="Canva Sans Bold"/>
              </a:rPr>
              <a:t>។ ចុចលើប៊ូតុង</a:t>
            </a: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 Bold"/>
                <a:cs typeface="!Khmer OS Siemreap" panose="02000500000000020004" pitchFamily="2" charset="0"/>
                <a:sym typeface="Canva Sans Bold"/>
              </a:rPr>
              <a:t> “Save” 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 Bold"/>
                <a:cs typeface="!Khmer OS Siemreap" panose="02000500000000020004" pitchFamily="2" charset="0"/>
                <a:sym typeface="Canva Sans Bold"/>
              </a:rPr>
              <a:t>ដើម្បី</a:t>
            </a: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 Bold"/>
                <a:cs typeface="!Khmer OS Siemreap" panose="02000500000000020004" pitchFamily="2" charset="0"/>
                <a:sym typeface="Canva Sans Bold"/>
              </a:rPr>
              <a:t> save 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 Bold"/>
                <a:cs typeface="!Khmer OS Siemreap" panose="02000500000000020004" pitchFamily="2" charset="0"/>
                <a:sym typeface="Canva Sans Bold"/>
              </a:rPr>
              <a:t>នូវ</a:t>
            </a:r>
            <a:r>
              <a:rPr lang="en-US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 Bold"/>
                <a:cs typeface="!Khmer OS Siemreap" panose="02000500000000020004" pitchFamily="2" charset="0"/>
                <a:sym typeface="Canva Sans Bold"/>
              </a:rPr>
              <a:t> Order Editing</a:t>
            </a:r>
            <a:r>
              <a:rPr lang="km-KH" sz="2000" dirty="0">
                <a:solidFill>
                  <a:srgbClr val="000000"/>
                </a:solidFill>
                <a:latin typeface="!Khmer OS Siemreap" panose="02000500000000020004" pitchFamily="2" charset="0"/>
                <a:ea typeface="Canva Sans Bold"/>
                <a:cs typeface="!Khmer OS Siemreap" panose="02000500000000020004" pitchFamily="2" charset="0"/>
                <a:sym typeface="Canva Sans Bold"/>
              </a:rPr>
              <a:t>។</a:t>
            </a:r>
            <a:endParaRPr lang="en-US" sz="2000" dirty="0">
              <a:solidFill>
                <a:srgbClr val="000000"/>
              </a:solidFill>
              <a:latin typeface="!Khmer OS Siemreap" panose="02000500000000020004" pitchFamily="2" charset="0"/>
              <a:ea typeface="Canva Sans Bold"/>
              <a:cs typeface="!Khmer OS Siemreap" panose="02000500000000020004" pitchFamily="2" charset="0"/>
              <a:sym typeface="Canva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1923974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7" r="-2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4051237"/>
            <a:ext cx="16230600" cy="207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81"/>
              </a:lnSpc>
              <a:spcBef>
                <a:spcPct val="0"/>
              </a:spcBef>
            </a:pPr>
            <a:r>
              <a:rPr lang="km-KH" sz="11558" dirty="0">
                <a:solidFill>
                  <a:srgbClr val="FFFFFF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អរគុណ! </a:t>
            </a:r>
            <a:r>
              <a:rPr lang="en-US" sz="11558" dirty="0">
                <a:solidFill>
                  <a:srgbClr val="FFFFFF"/>
                </a:solidFill>
                <a:latin typeface="!Khmer OS Siemreap" panose="02000500000000020004" pitchFamily="2" charset="0"/>
                <a:ea typeface="Canva Sans"/>
                <a:cs typeface="!Khmer OS Siemreap" panose="02000500000000020004" pitchFamily="2" charset="0"/>
                <a:sym typeface="Canva Sans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9db4e91-bad5-4fd0-9ca4-c06485916e3a}" enabled="1" method="Standard" siteId="{f66fae02-5d36-495b-bfe0-78a6ff9f8e6e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523</Words>
  <Application>Microsoft Office PowerPoint</Application>
  <PresentationFormat>Custom</PresentationFormat>
  <Paragraphs>33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Canva Sans</vt:lpstr>
      <vt:lpstr>Calibri</vt:lpstr>
      <vt:lpstr>Arial</vt:lpstr>
      <vt:lpstr>!Khmer OS Siemreap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 Allocation</dc:title>
  <cp:lastModifiedBy>So, Visalsing</cp:lastModifiedBy>
  <cp:revision>29</cp:revision>
  <dcterms:created xsi:type="dcterms:W3CDTF">2006-08-16T00:00:00Z</dcterms:created>
  <dcterms:modified xsi:type="dcterms:W3CDTF">2026-08-04T06:59:38Z</dcterms:modified>
  <dc:identifier>DAHRQNSdBjM</dc:identifier>
</cp:coreProperties>
</file>